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96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>
                <a:solidFill>
                  <a:srgbClr val="196B54"/>
                </a:solidFill>
                <a:latin typeface="微软雅黑"/>
              </a:rPr>
              <a:t>面向课程任务协作场景的多智能体
低开销通信、状态传递与共享记忆原型系统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706B"/>
                </a:solidFill>
                <a:latin typeface="微软雅黑"/>
              </a:rPr>
              <a:t>—— 2026春《国产基础软件技术及应用》课程大作业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96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>
                <a:solidFill>
                  <a:srgbClr val="196B54"/>
                </a:solidFill>
                <a:latin typeface="微软雅黑"/>
              </a:rPr>
              <a:t>背景问题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8221F"/>
                </a:solidFill>
                <a:latin typeface="微软雅黑"/>
              </a:rPr>
              <a:t>• 智能体技术在办公自动化、软件开发、知识管理中广泛应用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8221F"/>
                </a:solidFill>
                <a:latin typeface="微软雅黑"/>
              </a:rPr>
              <a:t>• 单一智能体难以覆盖复杂任务的全生命周期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8221F"/>
                </a:solidFill>
                <a:latin typeface="微软雅黑"/>
              </a:rPr>
              <a:t>• 多智能体协作带来通信开销、状态同步和经验复用难题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8221F"/>
                </a:solidFill>
                <a:latin typeface="微软雅黑"/>
              </a:rPr>
              <a:t>• 在课程任务协作中，相似任务重复拆解增加了不必要的沟通成本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8221F"/>
                </a:solidFill>
                <a:latin typeface="微软雅黑"/>
              </a:rPr>
              <a:t>• 本项目围绕赛题9，设计低开销通信、状态传递和共享记忆机制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96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>
                <a:solidFill>
                  <a:srgbClr val="196B54"/>
                </a:solidFill>
                <a:latin typeface="微软雅黑"/>
              </a:rPr>
              <a:t>系统总体架构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8221F"/>
                </a:solidFill>
                <a:latin typeface="微软雅黑"/>
              </a:rPr>
              <a:t>• 表现层：HTML/CSS/JS 单页面 Dashboard（七大可视化区域）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8221F"/>
                </a:solidFill>
                <a:latin typeface="微软雅黑"/>
              </a:rPr>
              <a:t>• 业务层：Python FastAPI 后端（Agent 调度、任务拆解、消息路由）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8221F"/>
                </a:solidFill>
                <a:latin typeface="微软雅黑"/>
              </a:rPr>
              <a:t>• 数据层：SQLite 嵌入式数据库（共享记忆持久化）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8221F"/>
                </a:solidFill>
                <a:latin typeface="微软雅黑"/>
              </a:rPr>
              <a:t>• 三层解耦、跨平台部署、零外部依赖服务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96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>
                <a:solidFill>
                  <a:srgbClr val="196B54"/>
                </a:solidFill>
                <a:latin typeface="微软雅黑"/>
              </a:rPr>
              <a:t>三 Agent 协作模型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8221F"/>
                </a:solidFill>
                <a:latin typeface="微软雅黑"/>
              </a:rPr>
              <a:t>• Planner（规划）：分析任务类型，拆分为多个可执行的子任务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8221F"/>
                </a:solidFill>
                <a:latin typeface="微软雅黑"/>
              </a:rPr>
              <a:t>• Executor（执行）：根据子任务列表逐项生成执行结果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8221F"/>
                </a:solidFill>
                <a:latin typeface="微软雅黑"/>
              </a:rPr>
              <a:t>• Reviewer（检查）：检查结果是否覆盖所有子任务，输出审查结论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8221F"/>
                </a:solidFill>
                <a:latin typeface="微软雅黑"/>
              </a:rPr>
              <a:t>• 串行流水线协作模式：用户 -&gt; Planner -&gt; Executor -&gt; Reviewer -&gt; 用户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96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>
                <a:solidFill>
                  <a:srgbClr val="196B54"/>
                </a:solidFill>
                <a:latin typeface="微软雅黑"/>
              </a:rPr>
              <a:t>消息通信与状态管理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8221F"/>
                </a:solidFill>
                <a:latin typeface="微软雅黑"/>
              </a:rPr>
              <a:t>• 轻量级消息队列：sender、receiver、kind、content、time 五字段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8221F"/>
                </a:solidFill>
                <a:latin typeface="微软雅黑"/>
              </a:rPr>
              <a:t>• 消息类型：task / plan / execute / review / state / memory_hit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8221F"/>
                </a:solidFill>
                <a:latin typeface="微软雅黑"/>
              </a:rPr>
              <a:t>• 状态机：idle -&gt; working -&gt; done / failed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8221F"/>
                </a:solidFill>
                <a:latin typeface="微软雅黑"/>
              </a:rPr>
              <a:t>• 全链路可观测：一次任务的所有通信均可在 Dashboard 追溯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96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>
                <a:solidFill>
                  <a:srgbClr val="196B54"/>
                </a:solidFill>
                <a:latin typeface="微软雅黑"/>
              </a:rPr>
              <a:t>共享记忆机制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8221F"/>
                </a:solidFill>
                <a:latin typeface="微软雅黑"/>
              </a:rPr>
              <a:t>• 写入：首次完整处理后，自动将任务、子任务、结果、经验写入 SQLite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8221F"/>
                </a:solidFill>
                <a:latin typeface="微软雅黑"/>
              </a:rPr>
              <a:t>• 读取：新任务提交时，优先检索共享记忆中的相似条目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8221F"/>
                </a:solidFill>
                <a:latin typeface="微软雅黑"/>
              </a:rPr>
              <a:t>• 分词：中文单字 + 英文单词 + 领域关键词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8221F"/>
                </a:solidFill>
                <a:latin typeface="微软雅黑"/>
              </a:rPr>
              <a:t>• 匹配：Jaccard 相似度算法，threshold = 0.25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8221F"/>
                </a:solidFill>
                <a:latin typeface="微软雅黑"/>
              </a:rPr>
              <a:t>• 复用：命中后步骤数从 6 步缩减至 3 步，消息减少 30%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96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>
                <a:solidFill>
                  <a:srgbClr val="196B54"/>
                </a:solidFill>
                <a:latin typeface="微软雅黑"/>
              </a:rPr>
              <a:t>实验结果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8221F"/>
                </a:solidFill>
                <a:latin typeface="微软雅黑"/>
              </a:rPr>
              <a:t>• 消息数量：10 -&gt; 7，减少 3 条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8221F"/>
                </a:solidFill>
                <a:latin typeface="微软雅黑"/>
              </a:rPr>
              <a:t>• 步骤数量：6 -&gt; 3，减少 50%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8221F"/>
                </a:solidFill>
                <a:latin typeface="微软雅黑"/>
              </a:rPr>
              <a:t>• 估算耗时：2.35s -&gt; ~1.30s，提速约 45%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8221F"/>
                </a:solidFill>
                <a:latin typeface="微软雅黑"/>
              </a:rPr>
              <a:t>• 自动化测试：3 个用例全部通过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96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>
                <a:solidFill>
                  <a:srgbClr val="196B54"/>
                </a:solidFill>
                <a:latin typeface="微软雅黑"/>
              </a:rPr>
              <a:t>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8221F"/>
                </a:solidFill>
                <a:latin typeface="微软雅黑"/>
              </a:rPr>
              <a:t>• 完成了可运行、可演示的多智能体协作原型系统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8221F"/>
                </a:solidFill>
                <a:latin typeface="微软雅黑"/>
              </a:rPr>
              <a:t>• 验证了共享记忆对重复任务处理的优化价值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8221F"/>
                </a:solidFill>
                <a:latin typeface="微软雅黑"/>
              </a:rPr>
              <a:t>• 系统设计面向国产基础软件生态，兼容麒麟 openKylin / OpenHarmony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8221F"/>
                </a:solidFill>
                <a:latin typeface="微软雅黑"/>
              </a:rPr>
              <a:t>• 未来方向：接入 LLM API、引入向量检索、封装系统服务、适配国产 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96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>
                <a:solidFill>
                  <a:srgbClr val="196B54"/>
                </a:solidFill>
                <a:latin typeface="微软雅黑"/>
              </a:rPr>
              <a:t>感谢聆听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
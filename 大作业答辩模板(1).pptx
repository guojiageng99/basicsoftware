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1100" r:id="rId3"/>
    <p:sldId id="257" r:id="rId5"/>
    <p:sldId id="1195" r:id="rId6"/>
    <p:sldId id="1197" r:id="rId7"/>
    <p:sldId id="1198" r:id="rId8"/>
    <p:sldId id="1200" r:id="rId9"/>
    <p:sldId id="1199" r:id="rId10"/>
    <p:sldId id="1201" r:id="rId11"/>
    <p:sldId id="111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B34A"/>
    <a:srgbClr val="C9D5E9"/>
    <a:srgbClr val="FFFFFF"/>
    <a:srgbClr val="01539B"/>
    <a:srgbClr val="00519A"/>
    <a:srgbClr val="2F5597"/>
    <a:srgbClr val="56739C"/>
    <a:srgbClr val="718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2448" autoAdjust="0"/>
  </p:normalViewPr>
  <p:slideViewPr>
    <p:cSldViewPr snapToGrid="0">
      <p:cViewPr>
        <p:scale>
          <a:sx n="57" d="100"/>
          <a:sy n="57" d="100"/>
        </p:scale>
        <p:origin x="1060" y="28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377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492D3-C0D1-4D50-9FCE-8ABA04044E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07DDD-0212-4247-8258-5DF2F45A9D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9DE86A-AAD5-41BE-8425-30BD4D0134E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1" y="188916"/>
            <a:ext cx="9889067" cy="9366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8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9118600" y="6265863"/>
            <a:ext cx="2641600" cy="476250"/>
          </a:xfrm>
          <a:prstGeom prst="rect">
            <a:avLst/>
          </a:prstGeom>
          <a:noFill/>
          <a:ln w="9525" cmpd="sng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>
              <a:defRPr/>
            </a:pPr>
            <a:fld id="{FD0AB60E-D203-48F9-A516-E95BE6E48CC1}" type="slidenum">
              <a:rPr lang="zh-CN" altLang="en-US" smtClean="0">
                <a:sym typeface="Verdana" panose="020B0604030504040204" pitchFamily="34" charset="0"/>
              </a:rPr>
            </a:fld>
            <a:endParaRPr lang="en-US" altLang="zh-CN" sz="1800" dirty="0">
              <a:latin typeface="Arial" panose="020B0604020202020204" pitchFamily="34" charset="0"/>
              <a:sym typeface="Verdan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AFEB6-2070-44BE-82D0-230E48A613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85AB-6CC6-42CA-AE96-22DD26DD76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75" name="powerpoint template design by DAJU_PPT正版来源小红书大橘PPT微信DAJU_PPT请勿抄袭搬运！盗版必究！"/>
          <p:cNvSpPr txBox="1"/>
          <p:nvPr/>
        </p:nvSpPr>
        <p:spPr>
          <a:xfrm>
            <a:off x="4128407" y="5867980"/>
            <a:ext cx="393518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lang="zh-CN" altLang="en-US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lang="en-US" altLang="zh-CN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</a:t>
            </a:r>
            <a:r>
              <a:rPr lang="zh-CN" altLang="en-US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lang="en-US" altLang="zh-CN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</a:t>
            </a:r>
            <a:r>
              <a:rPr lang="zh-CN" altLang="en-US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lang="zh-CN" altLang="en-US" sz="18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0985" name="Rectangle 3"/>
          <p:cNvSpPr txBox="1">
            <a:spLocks noChangeArrowheads="1"/>
          </p:cNvSpPr>
          <p:nvPr/>
        </p:nvSpPr>
        <p:spPr bwMode="auto">
          <a:xfrm>
            <a:off x="3057528" y="2597471"/>
            <a:ext cx="6390323" cy="1133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zh-CN" sz="30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模拟微重力效应下基质NEG交联对骨细胞突起的影响</a:t>
            </a:r>
            <a:endParaRPr lang="zh-CN" altLang="zh-CN" sz="3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88" name="powerpoint template design by DAJU_PPT正版来源小红书大橘PPT微信DAJU_PPT请勿抄袭搬运！盗版必究！"/>
          <p:cNvSpPr/>
          <p:nvPr/>
        </p:nvSpPr>
        <p:spPr>
          <a:xfrm>
            <a:off x="0" y="1484784"/>
            <a:ext cx="12192000" cy="2493568"/>
          </a:xfrm>
          <a:prstGeom prst="rect">
            <a:avLst/>
          </a:prstGeom>
          <a:solidFill>
            <a:srgbClr val="00519A"/>
          </a:solidFill>
          <a:ln w="12700" cap="flat" cmpd="sng" algn="ctr">
            <a:solidFill>
              <a:srgbClr val="00519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powerpoint template design by DAJU_PPT正版来源小红书大橘PPT微信DAJU_PPT请勿抄袭搬运！盗版必究！"/>
          <p:cNvSpPr txBox="1"/>
          <p:nvPr/>
        </p:nvSpPr>
        <p:spPr>
          <a:xfrm>
            <a:off x="528320" y="2202910"/>
            <a:ext cx="1113536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spc="3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题目</a:t>
            </a:r>
            <a:r>
              <a:rPr lang="en-US" altLang="zh-CN" sz="6000" b="1" spc="3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xxx</a:t>
            </a:r>
            <a:endParaRPr lang="en-US" altLang="zh-CN" sz="6000" b="1" spc="3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powerpoint template design by DAJU_PPT正版来源小红书大橘PPT微信DAJU_PPT请勿抄袭搬运！盗版必究！-1"/>
          <p:cNvSpPr txBox="1"/>
          <p:nvPr/>
        </p:nvSpPr>
        <p:spPr>
          <a:xfrm>
            <a:off x="3257125" y="4416785"/>
            <a:ext cx="1790826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姓     名：</a:t>
            </a:r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</a:t>
            </a:r>
            <a:endParaRPr lang="zh-CN" altLang="en-US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powerpoint template design by DAJU_PPT正版来源小红书大橘PPT微信DAJU_PPT请勿抄袭搬运！盗版必究！-1"/>
          <p:cNvSpPr txBox="1"/>
          <p:nvPr/>
        </p:nvSpPr>
        <p:spPr>
          <a:xfrm>
            <a:off x="6456040" y="4416785"/>
            <a:ext cx="2776674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       号：</a:t>
            </a:r>
            <a:r>
              <a:rPr lang="en-US" altLang="zh-CN" b="1" dirty="0" err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xxxxxxxx</a:t>
            </a:r>
            <a:endParaRPr lang="zh-CN" altLang="en-US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5274"/>
            <a:ext cx="4796727" cy="6858000"/>
          </a:xfrm>
          <a:prstGeom prst="rect">
            <a:avLst/>
          </a:prstGeom>
          <a:solidFill>
            <a:srgbClr val="0051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99279" y="-93357"/>
            <a:ext cx="33671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3800" spc="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spc="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ONTENTS</a:t>
            </a:r>
            <a:endParaRPr lang="zh-CN" altLang="en-US" sz="2400" spc="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65471" y="242915"/>
            <a:ext cx="22319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6600" b="1" spc="300" dirty="0">
                <a:solidFill>
                  <a:schemeClr val="bg1"/>
                </a:solidFill>
              </a:rPr>
              <a:t>目录</a:t>
            </a:r>
            <a:endParaRPr lang="zh-CN" altLang="en-US" sz="6600" b="1" spc="300" dirty="0">
              <a:solidFill>
                <a:schemeClr val="bg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200152" y="707206"/>
            <a:ext cx="673167" cy="642272"/>
          </a:xfrm>
          <a:prstGeom prst="roundRect">
            <a:avLst>
              <a:gd name="adj" fmla="val 11351"/>
            </a:avLst>
          </a:prstGeom>
          <a:solidFill>
            <a:srgbClr val="00519A"/>
          </a:solidFill>
          <a:ln w="444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5178256" y="1672429"/>
            <a:ext cx="720670" cy="642272"/>
            <a:chOff x="4438248" y="2615110"/>
            <a:chExt cx="720670" cy="642272"/>
          </a:xfrm>
        </p:grpSpPr>
        <p:sp>
          <p:nvSpPr>
            <p:cNvPr id="8" name="圆角矩形 7"/>
            <p:cNvSpPr/>
            <p:nvPr/>
          </p:nvSpPr>
          <p:spPr>
            <a:xfrm>
              <a:off x="4460144" y="2615110"/>
              <a:ext cx="673167" cy="642272"/>
            </a:xfrm>
            <a:prstGeom prst="roundRect">
              <a:avLst>
                <a:gd name="adj" fmla="val 11351"/>
              </a:avLst>
            </a:prstGeom>
            <a:solidFill>
              <a:srgbClr val="00519A"/>
            </a:solidFill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438248" y="2709794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02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178256" y="2637652"/>
            <a:ext cx="720670" cy="642272"/>
            <a:chOff x="4438248" y="3580333"/>
            <a:chExt cx="720670" cy="642272"/>
          </a:xfrm>
        </p:grpSpPr>
        <p:sp>
          <p:nvSpPr>
            <p:cNvPr id="9" name="圆角矩形 8"/>
            <p:cNvSpPr/>
            <p:nvPr/>
          </p:nvSpPr>
          <p:spPr>
            <a:xfrm>
              <a:off x="4460144" y="3580333"/>
              <a:ext cx="673167" cy="642272"/>
            </a:xfrm>
            <a:prstGeom prst="roundRect">
              <a:avLst>
                <a:gd name="adj" fmla="val 11351"/>
              </a:avLst>
            </a:prstGeom>
            <a:solidFill>
              <a:srgbClr val="00519A"/>
            </a:solidFill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438248" y="3676085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178256" y="3602875"/>
            <a:ext cx="720670" cy="642272"/>
            <a:chOff x="4438248" y="4545556"/>
            <a:chExt cx="720670" cy="642272"/>
          </a:xfrm>
        </p:grpSpPr>
        <p:sp>
          <p:nvSpPr>
            <p:cNvPr id="10" name="圆角矩形 9"/>
            <p:cNvSpPr/>
            <p:nvPr/>
          </p:nvSpPr>
          <p:spPr>
            <a:xfrm>
              <a:off x="4460144" y="4545556"/>
              <a:ext cx="673167" cy="642272"/>
            </a:xfrm>
            <a:prstGeom prst="roundRect">
              <a:avLst>
                <a:gd name="adj" fmla="val 11351"/>
              </a:avLst>
            </a:prstGeom>
            <a:solidFill>
              <a:srgbClr val="00519A"/>
            </a:solidFill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38248" y="4643226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178256" y="4568098"/>
            <a:ext cx="720670" cy="642272"/>
            <a:chOff x="4438248" y="5510779"/>
            <a:chExt cx="720670" cy="642272"/>
          </a:xfrm>
        </p:grpSpPr>
        <p:sp>
          <p:nvSpPr>
            <p:cNvPr id="11" name="圆角矩形 10"/>
            <p:cNvSpPr/>
            <p:nvPr/>
          </p:nvSpPr>
          <p:spPr>
            <a:xfrm>
              <a:off x="4460144" y="5510779"/>
              <a:ext cx="673167" cy="642272"/>
            </a:xfrm>
            <a:prstGeom prst="roundRect">
              <a:avLst>
                <a:gd name="adj" fmla="val 11351"/>
              </a:avLst>
            </a:prstGeom>
            <a:solidFill>
              <a:srgbClr val="00519A"/>
            </a:solidFill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438248" y="5608449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05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6158844" y="679707"/>
            <a:ext cx="2791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背景问题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58844" y="1645257"/>
            <a:ext cx="2791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系统功能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58843" y="2615929"/>
            <a:ext cx="2791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关键技术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58844" y="3583070"/>
            <a:ext cx="3687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国产基础软件应用情况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158844" y="4540926"/>
            <a:ext cx="2791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总结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24599" y="2025101"/>
            <a:ext cx="2954655" cy="3760004"/>
          </a:xfrm>
          <a:prstGeom prst="rect">
            <a:avLst/>
          </a:prstGeom>
        </p:spPr>
        <p:txBody>
          <a:bodyPr vert="eaVert" wrap="non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6000" i="0" spc="600" dirty="0">
                <a:solidFill>
                  <a:schemeClr val="bg1">
                    <a:lumMod val="95000"/>
                  </a:schemeClr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年进有功</a:t>
            </a:r>
            <a:endParaRPr lang="en-US" altLang="zh-CN" sz="6000" i="0" spc="600" dirty="0">
              <a:solidFill>
                <a:schemeClr val="bg1">
                  <a:lumMod val="95000"/>
                </a:schemeClr>
              </a:solidFill>
              <a:effectLst/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6000" spc="600" dirty="0">
                <a:solidFill>
                  <a:schemeClr val="bg1">
                    <a:lumMod val="9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精韧不怠</a:t>
            </a:r>
            <a:endParaRPr lang="zh-CN" altLang="en-US" sz="6000" spc="600" dirty="0">
              <a:solidFill>
                <a:schemeClr val="bg1">
                  <a:lumMod val="9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171337" y="1106203"/>
            <a:ext cx="24044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Background and Issue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171336" y="2066277"/>
            <a:ext cx="32745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System Function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171337" y="3040857"/>
            <a:ext cx="24044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Technology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71336" y="4014185"/>
            <a:ext cx="30647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 of Domestic Basic Software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171337" y="4976111"/>
            <a:ext cx="24044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Conclusion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78256" y="797182"/>
            <a:ext cx="720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01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178255" y="5538709"/>
            <a:ext cx="720670" cy="642272"/>
            <a:chOff x="4438248" y="5510779"/>
            <a:chExt cx="720670" cy="642272"/>
          </a:xfrm>
        </p:grpSpPr>
        <p:sp>
          <p:nvSpPr>
            <p:cNvPr id="33" name="圆角矩形 10"/>
            <p:cNvSpPr/>
            <p:nvPr/>
          </p:nvSpPr>
          <p:spPr>
            <a:xfrm>
              <a:off x="4460144" y="5510779"/>
              <a:ext cx="673167" cy="642272"/>
            </a:xfrm>
            <a:prstGeom prst="roundRect">
              <a:avLst>
                <a:gd name="adj" fmla="val 11351"/>
              </a:avLst>
            </a:prstGeom>
            <a:solidFill>
              <a:srgbClr val="00519A"/>
            </a:solidFill>
            <a:ln w="44450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438248" y="5608449"/>
              <a:ext cx="7206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>
                  <a:solidFill>
                    <a:schemeClr val="bg1"/>
                  </a:solidFill>
                </a:rPr>
                <a:t>06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6158843" y="5511537"/>
            <a:ext cx="2791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课程感受与建议</a:t>
            </a:r>
            <a:endParaRPr lang="zh-CN" altLang="en-US" sz="2400" b="1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171336" y="5946722"/>
            <a:ext cx="32745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Feelings and Suggestions for the Course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powerpoint template design by DAJU_PPT正版来源小红书大橘PPT微信DAJU_PPT请勿抄袭搬运！盗版必究！"/>
          <p:cNvSpPr txBox="1"/>
          <p:nvPr/>
        </p:nvSpPr>
        <p:spPr>
          <a:xfrm>
            <a:off x="195473" y="92863"/>
            <a:ext cx="1968887" cy="52782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1. </a:t>
            </a:r>
            <a:r>
              <a:rPr lang="zh-CN" altLang="en-US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背景问题</a:t>
            </a:r>
            <a:endParaRPr lang="zh-CN" altLang="en-US" sz="2800" b="1" dirty="0">
              <a:solidFill>
                <a:srgbClr val="01539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0" name="powerpoint template design by DAJU_PPT正版来源小红书大橘PPT微信DAJU_PPT请勿抄袭搬运！盗版必究！"/>
          <p:cNvCxnSpPr/>
          <p:nvPr/>
        </p:nvCxnSpPr>
        <p:spPr>
          <a:xfrm flipV="1">
            <a:off x="132621" y="615586"/>
            <a:ext cx="2052000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cxnSp>
      <p:sp>
        <p:nvSpPr>
          <p:cNvPr id="12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5949" y="235413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请输入文字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34963" y="1369108"/>
            <a:ext cx="4544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内容控制在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4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powerpoint template design by DAJU_PPT正版来源小红书大橘PPT微信DAJU_PPT请勿抄袭搬运！盗版必究！"/>
          <p:cNvSpPr txBox="1"/>
          <p:nvPr/>
        </p:nvSpPr>
        <p:spPr>
          <a:xfrm>
            <a:off x="195473" y="92863"/>
            <a:ext cx="1968887" cy="52782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2. </a:t>
            </a:r>
            <a:r>
              <a:rPr lang="zh-CN" altLang="en-US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系统功能</a:t>
            </a:r>
            <a:endParaRPr lang="zh-CN" altLang="en-US" sz="2800" b="1" dirty="0">
              <a:solidFill>
                <a:srgbClr val="01539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0" name="powerpoint template design by DAJU_PPT正版来源小红书大橘PPT微信DAJU_PPT请勿抄袭搬运！盗版必究！"/>
          <p:cNvCxnSpPr/>
          <p:nvPr/>
        </p:nvCxnSpPr>
        <p:spPr>
          <a:xfrm flipV="1">
            <a:off x="132621" y="615586"/>
            <a:ext cx="2052000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cxnSp>
      <p:sp>
        <p:nvSpPr>
          <p:cNvPr id="12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5949" y="235413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请输入文字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4963" y="1369108"/>
            <a:ext cx="4544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内容控制在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4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powerpoint template design by DAJU_PPT正版来源小红书大橘PPT微信DAJU_PPT请勿抄袭搬运！盗版必究！"/>
          <p:cNvSpPr txBox="1"/>
          <p:nvPr/>
        </p:nvSpPr>
        <p:spPr>
          <a:xfrm>
            <a:off x="195473" y="92863"/>
            <a:ext cx="1968887" cy="52782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 </a:t>
            </a:r>
            <a:r>
              <a:rPr lang="zh-CN" altLang="en-US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关键技术</a:t>
            </a:r>
            <a:endParaRPr lang="zh-CN" altLang="en-US" sz="2800" b="1" dirty="0">
              <a:solidFill>
                <a:srgbClr val="01539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0" name="powerpoint template design by DAJU_PPT正版来源小红书大橘PPT微信DAJU_PPT请勿抄袭搬运！盗版必究！"/>
          <p:cNvCxnSpPr/>
          <p:nvPr/>
        </p:nvCxnSpPr>
        <p:spPr>
          <a:xfrm flipV="1">
            <a:off x="132621" y="615586"/>
            <a:ext cx="2052000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cxnSp>
      <p:sp>
        <p:nvSpPr>
          <p:cNvPr id="12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5949" y="235413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请输入文字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4963" y="1369108"/>
            <a:ext cx="50577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内容控制在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~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4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powerpoint template design by DAJU_PPT正版来源小红书大橘PPT微信DAJU_PPT请勿抄袭搬运！盗版必究！"/>
          <p:cNvSpPr txBox="1"/>
          <p:nvPr/>
        </p:nvSpPr>
        <p:spPr>
          <a:xfrm>
            <a:off x="195473" y="92863"/>
            <a:ext cx="4320771" cy="52782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4. </a:t>
            </a:r>
            <a:r>
              <a:rPr lang="zh-CN" altLang="en-US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国产基础软件应用情况</a:t>
            </a:r>
            <a:endParaRPr lang="zh-CN" altLang="en-US" sz="2800" b="1" dirty="0">
              <a:solidFill>
                <a:srgbClr val="01539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0" name="powerpoint template design by DAJU_PPT正版来源小红书大橘PPT微信DAJU_PPT请勿抄袭搬运！盗版必究！"/>
          <p:cNvCxnSpPr/>
          <p:nvPr/>
        </p:nvCxnSpPr>
        <p:spPr>
          <a:xfrm flipV="1">
            <a:off x="132621" y="615586"/>
            <a:ext cx="4140000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cxnSp>
      <p:sp>
        <p:nvSpPr>
          <p:cNvPr id="12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5949" y="235413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请输入文字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4963" y="1369108"/>
            <a:ext cx="4544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内容控制在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4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powerpoint template design by DAJU_PPT正版来源小红书大橘PPT微信DAJU_PPT请勿抄袭搬运！盗版必究！"/>
          <p:cNvSpPr txBox="1"/>
          <p:nvPr/>
        </p:nvSpPr>
        <p:spPr>
          <a:xfrm>
            <a:off x="195473" y="92863"/>
            <a:ext cx="1968887" cy="52782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5. </a:t>
            </a:r>
            <a:r>
              <a:rPr lang="zh-CN" altLang="en-US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总结</a:t>
            </a:r>
            <a:endParaRPr lang="zh-CN" altLang="en-US" sz="2800" b="1" dirty="0">
              <a:solidFill>
                <a:srgbClr val="01539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0" name="powerpoint template design by DAJU_PPT正版来源小红书大橘PPT微信DAJU_PPT请勿抄袭搬运！盗版必究！"/>
          <p:cNvCxnSpPr/>
          <p:nvPr/>
        </p:nvCxnSpPr>
        <p:spPr>
          <a:xfrm flipV="1">
            <a:off x="132621" y="615586"/>
            <a:ext cx="1260000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cxnSp>
      <p:sp>
        <p:nvSpPr>
          <p:cNvPr id="12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5949" y="235413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请输入文字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4963" y="1369108"/>
            <a:ext cx="4544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内容控制在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4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powerpoint template design by DAJU_PPT正版来源小红书大橘PPT微信DAJU_PPT请勿抄袭搬运！盗版必究！"/>
          <p:cNvSpPr txBox="1"/>
          <p:nvPr/>
        </p:nvSpPr>
        <p:spPr>
          <a:xfrm>
            <a:off x="195473" y="92863"/>
            <a:ext cx="2952750" cy="52782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6. </a:t>
            </a:r>
            <a:r>
              <a:rPr lang="zh-CN" altLang="en-US" sz="2800" b="1" dirty="0">
                <a:solidFill>
                  <a:srgbClr val="01539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课程感受与建议</a:t>
            </a:r>
            <a:endParaRPr lang="zh-CN" altLang="en-US" sz="2800" b="1" dirty="0">
              <a:solidFill>
                <a:srgbClr val="01539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0" name="powerpoint template design by DAJU_PPT正版来源小红书大橘PPT微信DAJU_PPT请勿抄袭搬运！盗版必究！"/>
          <p:cNvCxnSpPr/>
          <p:nvPr/>
        </p:nvCxnSpPr>
        <p:spPr>
          <a:xfrm flipV="1">
            <a:off x="132621" y="615586"/>
            <a:ext cx="3024000" cy="0"/>
          </a:xfrm>
          <a:prstGeom prst="line">
            <a:avLst/>
          </a:prstGeom>
          <a:noFill/>
          <a:ln w="635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cxnSp>
      <p:sp>
        <p:nvSpPr>
          <p:cNvPr id="12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15949" y="2354133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黑体" panose="02010609060101010101" pitchFamily="49" charset="-122"/>
                <a:ea typeface="黑体" panose="02010609060101010101" pitchFamily="49" charset="-122"/>
              </a:rPr>
              <a:t>请输入文字</a:t>
            </a:r>
            <a:endParaRPr lang="zh-CN" altLang="en-US" sz="4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4963" y="1369108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【</a:t>
            </a:r>
            <a:r>
              <a:rPr lang="zh-CN" altLang="en-US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可选</a:t>
            </a:r>
            <a:r>
              <a:rPr lang="en-US" altLang="zh-CN" sz="4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  <a:endParaRPr lang="zh-CN" altLang="en-US" sz="4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6" descr="北航标准标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8" y="6165304"/>
            <a:ext cx="2952750" cy="549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85" name="Rectangle 3"/>
          <p:cNvSpPr txBox="1">
            <a:spLocks noChangeArrowheads="1"/>
          </p:cNvSpPr>
          <p:nvPr/>
        </p:nvSpPr>
        <p:spPr bwMode="auto">
          <a:xfrm>
            <a:off x="3057528" y="2597471"/>
            <a:ext cx="6390323" cy="1133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zh-CN" altLang="zh-CN" sz="3000" b="1" dirty="0">
                <a:latin typeface="黑体" panose="02010609060101010101" pitchFamily="49" charset="-122"/>
                <a:ea typeface="黑体" panose="02010609060101010101" pitchFamily="49" charset="-122"/>
              </a:rPr>
              <a:t>模拟微重力效应下基质NEG交联对骨细胞突起的影响</a:t>
            </a:r>
            <a:endParaRPr lang="zh-CN" altLang="zh-CN" sz="3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88" name="powerpoint template design by DAJU_PPT正版来源小红书大橘PPT微信DAJU_PPT请勿抄袭搬运！盗版必究！"/>
          <p:cNvSpPr/>
          <p:nvPr/>
        </p:nvSpPr>
        <p:spPr>
          <a:xfrm>
            <a:off x="0" y="1725420"/>
            <a:ext cx="12192000" cy="2493568"/>
          </a:xfrm>
          <a:prstGeom prst="rect">
            <a:avLst/>
          </a:prstGeom>
          <a:solidFill>
            <a:srgbClr val="00519A"/>
          </a:solidFill>
          <a:ln w="12700" cap="flat" cmpd="sng" algn="ctr">
            <a:solidFill>
              <a:srgbClr val="00519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灯片编号占位符 2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8537B7A-7510-410A-AA53-45D600DA0276}" type="slidenum">
              <a:rPr lang="zh-CN" altLang="en-US" b="1" smtClean="0">
                <a:solidFill>
                  <a:srgbClr val="000000">
                    <a:tint val="7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fld>
            <a:endParaRPr lang="zh-CN" altLang="en-US" b="1" dirty="0">
              <a:solidFill>
                <a:srgbClr val="000000">
                  <a:tint val="7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powerpoint template design by DAJU_PPT正版来源小红书大橘PPT微信DAJU_PPT请勿抄袭搬运！盗版必究！"/>
          <p:cNvSpPr txBox="1"/>
          <p:nvPr/>
        </p:nvSpPr>
        <p:spPr>
          <a:xfrm>
            <a:off x="2423592" y="2208467"/>
            <a:ext cx="78882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6000" b="1" spc="6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恳请各位老师指正！</a:t>
            </a:r>
            <a:endParaRPr lang="zh-CN" altLang="en-US" sz="6000" b="1" spc="6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/>
        </p:nvSpPr>
        <p:spPr>
          <a:xfrm>
            <a:off x="2565806" y="3195963"/>
            <a:ext cx="7060388" cy="461641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spc="3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Thanks for watching</a:t>
            </a:r>
            <a:endParaRPr lang="en-US" altLang="zh-CN" sz="2400" b="1" spc="3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71879F"/>
              </a:clrFrom>
              <a:clrTo>
                <a:srgbClr val="71879F">
                  <a:alpha val="0"/>
                </a:srgbClr>
              </a:clrTo>
            </a:clrChange>
          </a:blip>
          <a:srcRect t="7023"/>
          <a:stretch>
            <a:fillRect/>
          </a:stretch>
        </p:blipFill>
        <p:spPr>
          <a:xfrm>
            <a:off x="9604549" y="70880"/>
            <a:ext cx="2499797" cy="6359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WPS 演示</Application>
  <PresentationFormat>宽屏</PresentationFormat>
  <Paragraphs>113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Verdana</vt:lpstr>
      <vt:lpstr>微软雅黑</vt:lpstr>
      <vt:lpstr>黑体</vt:lpstr>
      <vt:lpstr>Arial</vt:lpstr>
      <vt:lpstr>Times New Roman</vt:lpstr>
      <vt:lpstr>华文行楷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浩翔 周</dc:creator>
  <cp:lastModifiedBy>李坤鹏</cp:lastModifiedBy>
  <cp:revision>114</cp:revision>
  <dcterms:created xsi:type="dcterms:W3CDTF">2025-05-14T09:34:00Z</dcterms:created>
  <dcterms:modified xsi:type="dcterms:W3CDTF">2026-05-26T06:51:35Z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3D44BE2248B04E9DA72414EEEB96C442_12</vt:lpwstr>
  </property>
  <property fmtid="{D5CDD505-2E9C-101B-9397-08002B2CF9AE}" pid="3" name="KSOProductBuildVer">
    <vt:lpwstr>2052-12.1.0.26375</vt:lpwstr>
  </property>
</Properties>
</file>